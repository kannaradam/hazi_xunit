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d1400e5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d1400e5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d1400e5e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d1400e5e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d1400e5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d1400e5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d1400e5e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d1400e5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1400e5e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d1400e5e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ámnak csinálj egy hátteret 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észíts egy második diát arról hogy mi az az xUnit tesztelés vázlatosan írj róla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zért érthetőek legyenek a különbségek ne csak assert meg ilyeneket írj hanem rendesen a különbségeket hogy mindenki megérts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sinálj egy diát arról hogy melyiket előnyösebb használni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gyen még ott egy kép arról hogy egy ember ott ül a gép előtt egy irodába és tesztel xunittal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